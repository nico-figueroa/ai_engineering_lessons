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7DBA-09C3-7B2E-FBE4-B7E6BABDA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F99FF-48E3-C69F-5301-5FE998A7D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4B21C-F7AC-04E5-75C6-8B59DBA4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650AC-6E47-AEAF-EFCF-BDCB2E1A8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9CE71-F8CC-B810-9034-91124F38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5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67C1-B333-C710-E8D6-23E71523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84CC6-38B9-56C2-2A1E-812288742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F8911-23CE-2242-0A20-65B441FF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9D6E9-ACE9-2672-3AAE-C1CFA8616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2FA7B-F096-29ED-C6C4-29539828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7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6A18-9F42-D85B-06E6-C3802FE6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46D7E-AE74-6EDA-43CD-5C8618215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1D16A-CF53-19ED-02BE-4D099421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FF05B-DB9B-E03B-DEA6-C5CD265AF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FD2E-8130-E96C-04E4-9A75436B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9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5DE63-87F4-846A-5684-9ABFF7C0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E7368-9B63-1F36-0392-04C8EB89B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EDE55-33B4-6200-0E51-C8C642C56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E1796-5655-CC54-7A92-66805CFF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2B470-9B9D-2ADA-5A41-D7F9A7D7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437A1-3B41-AEEB-7BB2-E9AEF9B6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1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B144-840A-DD46-D4B3-86262806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D10A2-FAB3-C7CF-B67E-F68B3EBFD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97080-5536-DC60-63AA-E1455373C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CC804-83A8-A323-7428-AC6526457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CF147-0E5B-BC40-8745-CA09267A5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4B4AA-AAFB-653F-2FE8-D3BF1D82F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469CD-2F8E-EB21-FF1F-B3529280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FBF0-7758-358C-E7BD-9E32C6E3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EC77-7569-A651-3875-D268F9A8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89102-069F-D77F-F33C-B2FADF13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A3E3E-2C79-7C47-FA72-D59938B0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06FCE-C72B-8844-7FD8-2BD72E29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06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B5E2F-3FE6-6FD8-16B2-5080BE56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1B19E-854C-4EB5-46B6-D27EDF46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A54B2-C0CE-F162-57B3-197F8227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3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FF4D-7B76-28DC-7F35-5330043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1062-7FCD-28D5-79E3-7E7FEF893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1E0C2-2FCB-01E9-5F9C-306030C76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CAC7E-AD3F-E853-1200-0BF0453C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81E4C-F617-BDA0-BA3F-D1E91055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6E1DF-591B-237F-6208-FDCC8EF3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2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9053-A2B3-7E6B-0B07-EE3A1927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EB0E93-6894-D0F0-FC88-62D07E99A5A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4B5B9-AA44-493E-1363-D57D94352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F2D9E-48A1-A5FE-88F0-E30E4B035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60592-43FB-4D64-AAB9-28A9E69C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B1872-6758-0F92-B645-AC18436D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7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F1B1-7AA7-B192-2162-85798023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DDE8E-ABA2-1E2F-2DEB-DA83A99B7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CEDD5-C268-22B4-1BCE-C5238B96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27955-395E-D13D-C98E-E9C3AE2E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55D7F-C0F4-00BA-9856-C25DD02C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0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0533E-5FC7-03CF-8330-1BCB93DAE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824AF-B4AB-D2FA-CFFD-0AE9D9FF5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FD725-2263-DB35-D412-AF1559286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38F1-7706-36BF-39D2-9C08A02DC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9A8D1-DFA0-FFFC-E9FE-A12A0D89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6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E2828-AEA9-A4F3-B759-0863A259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F3AAC-CAEA-4C5B-4242-55C9767FA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DA80-8A1A-489E-554E-81BB47124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0D30-DF63-4AD5-AFCF-4DC9C6B2A28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75760-468E-E5D4-6C15-16891264C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4944-9FC0-0F80-0B59-F5D4552EC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79599-F273-4BD0-90C5-BE003C8BC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97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966A3C-1568-7367-03FF-40C0F0ECB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5922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278084-2344-C00A-024E-3B2353180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158" y="0"/>
            <a:ext cx="4559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15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20730-38C0-3098-7FB2-6026A400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97" y="0"/>
            <a:ext cx="10330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6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948E44-E5B3-34AB-1140-909AFF61B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980"/>
            <a:ext cx="12192000" cy="484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8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D2DEFA-4D1A-B363-ABBC-98A2FDE73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983457" cy="3218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77D20E-1EFE-E726-4F98-5EF912597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603" y="3218689"/>
            <a:ext cx="6705397" cy="363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5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91E538-B3FC-A266-8283-0242EE565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047837" cy="3253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E4200-1928-1E45-0F2E-4759F4ED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9" y="3253319"/>
            <a:ext cx="6641592" cy="360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DEB39-D991-134E-455F-48B88DF23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5922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FF1869-ED45-65AD-F616-C1ECA62E0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129" y="0"/>
            <a:ext cx="4559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9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77F1C-1601-17C4-D49E-12F0BE3C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50" y="0"/>
            <a:ext cx="437493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00C9BB-C15F-2FD5-41FB-317038C00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682" y="0"/>
            <a:ext cx="4332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04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Figueroa</dc:creator>
  <cp:lastModifiedBy>Nicolas Figueroa</cp:lastModifiedBy>
  <cp:revision>1</cp:revision>
  <dcterms:created xsi:type="dcterms:W3CDTF">2026-10-22T00:40:22Z</dcterms:created>
  <dcterms:modified xsi:type="dcterms:W3CDTF">2026-10-22T01:29:08Z</dcterms:modified>
</cp:coreProperties>
</file>